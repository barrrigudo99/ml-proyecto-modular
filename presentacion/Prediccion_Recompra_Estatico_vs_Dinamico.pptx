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Predicción de Recompra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78D7"/>
                </a:solidFill>
              </a:defRPr>
            </a:pPr>
            <a:r>
              <a:t>Estático vs Dinámico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Índice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1. El problema: Predecir si un cliente volverá en 90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2. Modelo Estático: Enfoque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3. Modelo Dinámico: Enfoque por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4. Comparación: Métricas vs realidad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5. ¿Por qué dinámico es mejor? Argumentación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6.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Objetivo: Predecir si un cliente volverá a comprar en 90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7"/>
                </a:solidFill>
              </a:defRPr>
            </a:pPr>
            <a:r>
              <a:t>Contexto del dataset: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• 5,878 clientes únicos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• 36,969 facturas totales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• Período: 1 Dic 2009 - 9 Dic 2011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7"/>
                </a:solidFill>
              </a:defRPr>
            </a:pPr>
            <a:r>
              <a:t>Pregunta clave: ¿Cuándo evaluamos cada cliente? ¿Una sola vez o múltiples veces?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Estático: El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7"/>
                </a:solidFill>
              </a:defRPr>
            </a:pPr>
            <a:r>
              <a:t>Estrategia: Una sola "foto" por cliente en una fecha fija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Proceso: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1. Elegir fecha de corte: percentil 70 = 1 Jun 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2. Para CADA cliente: tomar su historial hasta esa fecha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3. Predecir: ¿Compró entre Jun y Ago 2011?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Resultado: 4,937 observaciones (1 por cliente que existía antes del cutoff)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Estático: Distribución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En el dataset de 4,937 clientes: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3,325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NO compraron (67%)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1,612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SÍ compraron (33%)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Desbalance: Mayoría de clientes no recompran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Dinámico: El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Estrategia: Una "foto" por CADA compra del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Proceso: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1. Para CADA cliente y CADA compra (excepto la última):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2. Tomar el historial hasta esa 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3. Predecir: ¿Compró en los próximos 90 días?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Resultado: 30,343 observaciones (múltiples por cliente)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Dinámico: Distribución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En el dataset de 30,343 observaciones: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8,174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NO compraron (27%)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22,169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SÍ compraron (73%)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Diferencia: En el dinámico, mayoría SÍ recompran (natural: después de comprar suele haber recompra)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Primera Diferencia: Volumen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7"/>
                </a:solidFill>
              </a:defRPr>
            </a:pPr>
            <a:r>
              <a:t>Observaciones de entrenamiento: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3,456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Estático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21,240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Dinámico (6x más)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D7"/>
                </a:solidFill>
              </a:defRPr>
            </a:pPr>
            <a:r>
              <a:t>Más datos = modelo más robusto y con menor varianza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Estático: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Evaluación en test (1,481 clientes):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0.812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ROC-AUC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0.609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Precision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0.953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Precision Top 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1.56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Lift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Modelo Dinámico: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Evaluación en test (9,103 observaciones):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0.835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ROC-AUC (+2.3%)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0.741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Precision Base (+13%)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0.995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Precision Top 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1.34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Lift (−14%)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Estático: Matriz de Confusión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En 1,481 clientes de test: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786384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Predice: NO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Predice: SÍ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Real: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Real: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863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08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Precisión (verdaderos positivos): 863 / (863+454) = 0.655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8269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Recall: 863 / (863+39) = 0.956 (captura casi todos los que sí compran)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7015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74C3C"/>
                </a:solidFill>
              </a:defRPr>
            </a:pPr>
            <a:r>
              <a:t>⚠️ Problema: muchos falsos positivos (454)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Dinámico: Matriz de Confusión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En 9,103 observaciones de test: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786384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Predice: NO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Predice: SÍ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Real: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1,514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845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Real: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1,207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5,537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08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Precisión: 5,537 / (5,537+845) = 0.867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8269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Recall: 5,537 / (5,537+1,207) = 0.821 (captura 82% de recompras)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7015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CC71"/>
                </a:solidFill>
              </a:defRPr>
            </a:pPr>
            <a:r>
              <a:t>✓ Mejor balance: menos falsos positivos, mejor precisión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Comparación: ROC-AUC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Métrica: ¿Qué tan bien separa "recompra" vs "no recompra"?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657600" cy="1645920"/>
          </a:xfrm>
          <a:prstGeom prst="rect">
            <a:avLst/>
          </a:prstGeom>
          <a:solidFill>
            <a:srgbClr val="FFF0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Estático</a:t>
            </a:r>
          </a:p>
          <a:p/>
          <a:p>
            <a:r>
              <a:t>0.812</a:t>
            </a:r>
          </a:p>
          <a:p/>
          <a:p>
            <a:r>
              <a:t>Buena separación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737360"/>
            <a:ext cx="3657600" cy="1645920"/>
          </a:xfrm>
          <a:prstGeom prst="rect">
            <a:avLst/>
          </a:prstGeom>
          <a:solidFill>
            <a:srgbClr val="F0FF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87451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Dinámico</a:t>
            </a:r>
          </a:p>
          <a:p/>
          <a:p>
            <a:r>
              <a:t>0.835</a:t>
            </a:r>
          </a:p>
          <a:p/>
          <a:p>
            <a:r>
              <a:t>+2.3% mejor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8D7"/>
                </a:solidFill>
              </a:defRPr>
            </a:pPr>
            <a:r>
              <a:t>Ventaja: El dinámico aprende mejor porque usa múltiples "momentos" del cliente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Comparación: Precisión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Métrica: De los que el modelo predice "recompra", ¿cuántos realmente recompran?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solidFill>
            <a:srgbClr val="FFF0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Estático</a:t>
            </a:r>
          </a:p>
          <a:p/>
          <a:p>
            <a:r>
              <a:t>60.9%</a:t>
            </a:r>
          </a:p>
          <a:p/>
          <a:p>
            <a:r>
              <a:t>Solo 6 de 10 predicciones correctas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3657600" cy="1645920"/>
          </a:xfrm>
          <a:prstGeom prst="rect">
            <a:avLst/>
          </a:prstGeom>
          <a:solidFill>
            <a:srgbClr val="F0FF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Dinámico</a:t>
            </a:r>
          </a:p>
          <a:p/>
          <a:p>
            <a:r>
              <a:t>74.1%</a:t>
            </a:r>
          </a:p>
          <a:p/>
          <a:p>
            <a:r>
              <a:t>+13% más preciso (7.4 de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CC71"/>
                </a:solidFill>
              </a:defRPr>
            </a:pPr>
            <a:r>
              <a:t>✓ Dinámico es más confiable: cuando predice recompra, es más probable que sea correcto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Comparación: Lift (Top 20%)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Métrica: Si usamos el modelo para seleccionar el 20% "mejor", ¿cuántas veces mejor es que azar?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solidFill>
            <a:srgbClr val="FFF0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Estático</a:t>
            </a:r>
          </a:p>
          <a:p/>
          <a:p>
            <a:r>
              <a:t>1.56x</a:t>
            </a:r>
          </a:p>
          <a:p/>
          <a:p>
            <a:r>
              <a:t>56% mejor que azar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3657600" cy="1645920"/>
          </a:xfrm>
          <a:prstGeom prst="rect">
            <a:avLst/>
          </a:prstGeom>
          <a:solidFill>
            <a:srgbClr val="F0FF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Dinámico</a:t>
            </a:r>
          </a:p>
          <a:p/>
          <a:p>
            <a:r>
              <a:t>1.34x</a:t>
            </a:r>
          </a:p>
          <a:p/>
          <a:p>
            <a:r>
              <a:t>34% mejor que azar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Nota: Estático tiene lift más alto, pero con mucho menos volumen. Dinámico es más realista.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Estático: Variables Más Importantes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Top 5 por importancia (coeficientes):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7863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Coeficiente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Cantidad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Compras totales muy importante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Qty Último 90d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−5.94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Compras recientes importantes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Monetary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−2.14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Gasto total afecta negativamente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País: Noruega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−1.07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Geografía también influye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País: Malta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Algunos países recompran más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Dinámico: Variables Más Importantes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Top 5 por importancia (coeficientes):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7863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Coeficiente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Freq Último 90d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Compras recientes MUY decisivas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País: Irlanda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Geografía fuerte predictor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Frequency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Histórico de compras importante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País: Polonia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País importante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Monetary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+0.90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Gasto más positivo que estático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La Diferencia Fundamental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78D7"/>
                </a:solidFill>
              </a:defRPr>
            </a:pPr>
            <a:r>
              <a:t>¿Por qué son tan diferentes?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¿Por qué el Dinámico es Mejor?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2828"/>
                </a:solidFill>
              </a:defRPr>
            </a:pPr>
            <a:r>
              <a:t>1️⃣  Respeta la causalidad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Estático: toma una foto en un día → pierde información de clientes que compraban después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Dinámico: foto después de CADA compra → nunca usa información futura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2828"/>
                </a:solidFill>
              </a:defRPr>
            </a:pPr>
            <a:r>
              <a:t>2️⃣  Simula exactamente la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En realidad: el cliente compra HOY → tú predices INMEDIATAMENTE si volverá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Dinámico: foto cada compra = así funciona en la vida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2828"/>
                </a:solidFill>
              </a:defRPr>
            </a:pPr>
            <a:r>
              <a:t>3️⃣  Captura el ciclo de vida del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Un cliente puede estar en diferentes "estados": nuevo, activo, dormido, churned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   • Dinámico predice para cada estado; estático para uno solo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Argumentación para el Profesor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7"/>
                </a:solidFill>
              </a:defRPr>
            </a:pPr>
            <a:r>
              <a:t>El modelo dinámico predice COMPORTAMIENTOS, no IDENTIDADES: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✓ Cada compra es un estado temporal diferente del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✓ Validación temporal real: entrena con eventos antiguos, prueba con recientes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✓ Más datos (6x) → mejor generalización estadística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✓ Estándar en industria: credit scoring, churn prediction, CRM usan este enfoque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Conclusión: Agrupar por "cliente+compra" es groupby correcto para este problema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¿Cuándo Usar Cada Enfoque?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7"/>
                </a:solidFill>
              </a:defRPr>
            </a:pPr>
            <a:r>
              <a:t>Modelo ESTÁTICO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Segmentación de clientes (RFM)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Scoring global una sola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Cuando NO hay eventos/transacciones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❌ Predicción después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❌ Datos con series temporales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Modelo DINÁMICO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Predicción de recompra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48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Churn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Credit scoring por transacción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Datos con múltiples eventos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✓ Simulación realista (producción)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Resumen de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863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Estático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Dinámico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Ganador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✓ Dinámico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Precision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✓ Dinámico (+13%)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Precision Top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✓ Dinámico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Observaciones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21,240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✓ Dinámico (6x)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Realismo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Parcial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✓ Dinámico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78D7"/>
                </a:solidFill>
              </a:defRPr>
            </a:pPr>
            <a:r>
              <a:t>El dinámico es la solución correcta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Puntos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1. El modelo dinámico respeta la estructura temporal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2. Produce observaciones de entrenamiento más realistas (6x más)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3. Mejor desempeño en métricas clave (ROC-AUC, Precision)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4. Simula exactamente cómo funcionaría en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5. Es el estándar en industria para problemas de predicción temporal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78D7"/>
                </a:solidFill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